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82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513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570" y="4731307"/>
            <a:ext cx="846245" cy="23062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6132" y="2169640"/>
            <a:ext cx="7726100" cy="1256614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3334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456132" y="3535185"/>
            <a:ext cx="7726100" cy="104557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/>
            </a:lvl1pPr>
            <a:lvl2pPr marL="381076" indent="0">
              <a:buFontTx/>
              <a:buNone/>
              <a:defRPr/>
            </a:lvl2pPr>
            <a:lvl3pPr marL="762152" indent="0">
              <a:buFontTx/>
              <a:buNone/>
              <a:defRPr/>
            </a:lvl3pPr>
            <a:lvl4pPr marL="1143229" indent="0">
              <a:buFontTx/>
              <a:buNone/>
              <a:defRPr/>
            </a:lvl4pPr>
            <a:lvl5pPr marL="1143229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"/>
            <a:ext cx="9143646" cy="1714378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EB4CC976-E504-9F9B-AAA8-4B8F85DDABEF}"/>
              </a:ext>
            </a:extLst>
          </p:cNvPr>
          <p:cNvSpPr txBox="1"/>
          <p:nvPr userDrawn="1"/>
        </p:nvSpPr>
        <p:spPr>
          <a:xfrm>
            <a:off x="456132" y="4741219"/>
            <a:ext cx="7607201" cy="899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762152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3"/>
              </a:spcAft>
              <a:buClrTx/>
              <a:buSzTx/>
              <a:buFontTx/>
              <a:buNone/>
              <a:tabLst/>
              <a:defRPr/>
            </a:pPr>
            <a:r>
              <a:rPr lang="en-US" sz="5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500" kern="0" baseline="0" noProof="1">
              <a:solidFill>
                <a:schemeClr val="tx1"/>
              </a:solidFill>
              <a:latin typeface="+mn-lt"/>
            </a:endParaRPr>
          </a:p>
          <a:p>
            <a:pPr marR="0" defTabSz="762152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3"/>
              </a:spcAft>
              <a:buClrTx/>
              <a:buSzTx/>
              <a:buFontTx/>
              <a:buNone/>
              <a:tabLst/>
            </a:pPr>
            <a:endParaRPr kumimoji="0" lang="en-US" sz="5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380850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>
          <p15:clr>
            <a:srgbClr val="FBAE40"/>
          </p15:clr>
        </p15:guide>
        <p15:guide id="2" pos="6185">
          <p15:clr>
            <a:srgbClr val="FBAE40"/>
          </p15:clr>
        </p15:guide>
        <p15:guide id="3" orient="horz" pos="1639">
          <p15:clr>
            <a:srgbClr val="FBAE40"/>
          </p15:clr>
        </p15:guide>
        <p15:guide id="4" orient="horz" pos="2590">
          <p15:clr>
            <a:srgbClr val="FBAE40"/>
          </p15:clr>
        </p15:guide>
        <p15:guide id="5" orient="horz" pos="2669">
          <p15:clr>
            <a:srgbClr val="FBAE40"/>
          </p15:clr>
        </p15:guide>
        <p15:guide id="6" orient="horz" pos="346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570" y="4731307"/>
            <a:ext cx="846245" cy="230628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6308"/>
            <a:ext cx="9143646" cy="5714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9144000" cy="4615187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750"/>
            </a:lvl1pPr>
          </a:lstStyle>
          <a:p>
            <a:r>
              <a:rPr lang="en-US" noProof="1"/>
              <a:t>Insert photo</a:t>
            </a:r>
          </a:p>
        </p:txBody>
      </p:sp>
    </p:spTree>
    <p:extLst>
      <p:ext uri="{BB962C8B-B14F-4D97-AF65-F5344CB8AC3E}">
        <p14:creationId xmlns:p14="http://schemas.microsoft.com/office/powerpoint/2010/main" val="284990746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B89E0-89D9-4425-AE04-BF03119740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cap="all" dirty="0"/>
              <a:t>Pre-cal Using ai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39839-FCEA-4EC2-AD64-E9A6C386964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Shubhiv Dogra</a:t>
            </a:r>
          </a:p>
        </p:txBody>
      </p:sp>
    </p:spTree>
    <p:extLst>
      <p:ext uri="{BB962C8B-B14F-4D97-AF65-F5344CB8AC3E}">
        <p14:creationId xmlns:p14="http://schemas.microsoft.com/office/powerpoint/2010/main" val="28530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 documents span ~10,000 pages per version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inside functions are renamed between versions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meaning must be preserved across migration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migration is slow, error-prone, unscalable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label initial values must be accurately derived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0" y="713232"/>
            <a:ext cx="3657600" cy="3200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0" y="713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1078992"/>
            <a:ext cx="3657600" cy="420624"/>
          </a:xfrm>
          <a:prstGeom prst="rect">
            <a:avLst/>
          </a:prstGeom>
          <a:solidFill>
            <a:srgbClr val="F2F2F2"/>
          </a:solidFill>
          <a:ln w="1016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0" y="1078992"/>
            <a:ext cx="54864" cy="420624"/>
          </a:xfrm>
          <a:prstGeom prst="rect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57216" y="1078992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SW document (~10k pages)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1563624"/>
            <a:ext cx="3657600" cy="420624"/>
          </a:xfrm>
          <a:prstGeom prst="rect">
            <a:avLst/>
          </a:prstGeom>
          <a:solidFill>
            <a:srgbClr val="F2F2F2"/>
          </a:solidFill>
          <a:ln w="1016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0" y="1563624"/>
            <a:ext cx="54864" cy="420624"/>
          </a:xfrm>
          <a:prstGeom prst="rect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57216" y="1563624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SW document (~10k pages)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2048256"/>
            <a:ext cx="3657600" cy="420624"/>
          </a:xfrm>
          <a:prstGeom prst="rect">
            <a:avLst/>
          </a:prstGeom>
          <a:solidFill>
            <a:srgbClr val="F2F2F2"/>
          </a:solidFill>
          <a:ln w="1016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0" y="2048256"/>
            <a:ext cx="54864" cy="420624"/>
          </a:xfrm>
          <a:prstGeom prst="rect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57216" y="2048256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source code (v1 + v2)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2532888"/>
            <a:ext cx="3657600" cy="420624"/>
          </a:xfrm>
          <a:prstGeom prst="rect">
            <a:avLst/>
          </a:prstGeom>
          <a:solidFill>
            <a:srgbClr val="F2F2F2"/>
          </a:solidFill>
          <a:ln w="1016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0" y="2532888"/>
            <a:ext cx="54864" cy="420624"/>
          </a:xfrm>
          <a:prstGeom prst="rect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57216" y="2532888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label initial values + label list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3035808"/>
            <a:ext cx="0" cy="384048"/>
          </a:xfrm>
          <a:prstGeom prst="line">
            <a:avLst/>
          </a:prstGeom>
          <a:noFill/>
          <a:ln w="25400">
            <a:solidFill>
              <a:srgbClr val="003366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0" y="3474720"/>
            <a:ext cx="3657600" cy="53035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34747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— New label initial values</a:t>
            </a:r>
            <a:endParaRPr lang="en-US" sz="13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E1DD277-98D4-0FB8-C115-D7BA7EBB7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264" y="4701502"/>
            <a:ext cx="1028789" cy="4419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" y="640080"/>
            <a:ext cx="1828800" cy="384048"/>
          </a:xfrm>
          <a:prstGeom prst="rect">
            <a:avLst/>
          </a:prstGeom>
          <a:solidFill>
            <a:srgbClr val="F2F2F2"/>
          </a:solidFill>
          <a:ln w="1016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640080"/>
            <a:ext cx="1828800" cy="64008"/>
          </a:xfrm>
          <a:prstGeom prst="rect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640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SW doc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88336" y="640080"/>
            <a:ext cx="1828800" cy="384048"/>
          </a:xfrm>
          <a:prstGeom prst="rect">
            <a:avLst/>
          </a:prstGeom>
          <a:solidFill>
            <a:srgbClr val="F2F2F2"/>
          </a:solidFill>
          <a:ln w="1016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688336" y="640080"/>
            <a:ext cx="1828800" cy="64008"/>
          </a:xfrm>
          <a:prstGeom prst="rect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88336" y="640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SW doc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640080"/>
            <a:ext cx="1828800" cy="384048"/>
          </a:xfrm>
          <a:prstGeom prst="rect">
            <a:avLst/>
          </a:prstGeom>
          <a:solidFill>
            <a:srgbClr val="F2F2F2"/>
          </a:solidFill>
          <a:ln w="1016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26864" y="640080"/>
            <a:ext cx="1828800" cy="64008"/>
          </a:xfrm>
          <a:prstGeom prst="rect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26864" y="640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source code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65392" y="640080"/>
            <a:ext cx="1828800" cy="384048"/>
          </a:xfrm>
          <a:prstGeom prst="rect">
            <a:avLst/>
          </a:prstGeom>
          <a:solidFill>
            <a:srgbClr val="F2F2F2"/>
          </a:solidFill>
          <a:ln w="1016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65392" y="640080"/>
            <a:ext cx="1828800" cy="64008"/>
          </a:xfrm>
          <a:prstGeom prst="rect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65392" y="640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values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024128"/>
            <a:ext cx="0" cy="210312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11680" y="1234440"/>
            <a:ext cx="5120640" cy="43891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11680" y="1234440"/>
            <a:ext cx="5120640" cy="22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— Document &amp; Code Ingestion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1462674"/>
            <a:ext cx="5120640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BFF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by function · Build hybrid vector + relational index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1673352"/>
            <a:ext cx="0" cy="13716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11680" y="1810512"/>
            <a:ext cx="5120640" cy="43891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11680" y="1810512"/>
            <a:ext cx="5120640" cy="22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— Function Pairing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11680" y="2038746"/>
            <a:ext cx="5120640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BFF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function names · Match by stripped version suffix — deterministic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0" y="2249424"/>
            <a:ext cx="0" cy="13716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011680" y="2386584"/>
            <a:ext cx="5120640" cy="438912"/>
          </a:xfrm>
          <a:prstGeom prst="rect">
            <a:avLst/>
          </a:prstGeom>
          <a:solidFill>
            <a:srgbClr val="CC001A"/>
          </a:solidFill>
          <a:ln w="12700">
            <a:solidFill>
              <a:srgbClr val="CC001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011680" y="2386584"/>
            <a:ext cx="5120640" cy="22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— Label Semantic Mapping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11680" y="2614818"/>
            <a:ext cx="5120640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prefilter (function-scoped) → LLM structured output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132320" y="2606040"/>
            <a:ext cx="256032" cy="0"/>
          </a:xfrm>
          <a:prstGeom prst="line">
            <a:avLst/>
          </a:prstGeom>
          <a:noFill/>
          <a:ln w="15240">
            <a:solidFill>
              <a:srgbClr val="CC0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406640" y="2386584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C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CC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2825496"/>
            <a:ext cx="0" cy="13716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011680" y="2962656"/>
            <a:ext cx="5120640" cy="43891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011680" y="2962656"/>
            <a:ext cx="5120640" cy="22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 — Mapping Cross-Validation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011680" y="3190890"/>
            <a:ext cx="5120640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BFF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C-AST structural check · I/O units match · Diagram topology verify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0" y="3401568"/>
            <a:ext cx="0" cy="13716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011680" y="3538728"/>
            <a:ext cx="5120640" cy="43891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011680" y="3538728"/>
            <a:ext cx="5120640" cy="22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 — Deterministic Value Computation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011680" y="3766962"/>
            <a:ext cx="5120640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BFF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new C function with mapped old values via cffi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0" y="3977640"/>
            <a:ext cx="0" cy="13716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011680" y="4114800"/>
            <a:ext cx="5120640" cy="43891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011680" y="4114800"/>
            <a:ext cx="5120640" cy="22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 — Output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011680" y="4343034"/>
            <a:ext cx="5120640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initial values · Confidence scores · Audit trail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011680" y="4800600"/>
            <a:ext cx="164592" cy="137160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231136" y="480060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297680" y="4800600"/>
            <a:ext cx="164592" cy="137160"/>
          </a:xfrm>
          <a:prstGeom prst="rect">
            <a:avLst/>
          </a:prstGeom>
          <a:solidFill>
            <a:srgbClr val="CC001A"/>
          </a:solidFill>
          <a:ln w="12700">
            <a:solidFill>
              <a:srgbClr val="CC0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17136" y="480060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LLM-driven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583680" y="4800600"/>
            <a:ext cx="164592" cy="1371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803136" y="480060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A558C60-FB3C-054C-54E3-0583AA843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264" y="4701502"/>
            <a:ext cx="1028789" cy="4419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Exploiting the Software Document — Six Signal Types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023360" cy="1261872"/>
          </a:xfrm>
          <a:prstGeom prst="rect">
            <a:avLst/>
          </a:prstGeom>
          <a:solidFill>
            <a:srgbClr val="FFFFFF"/>
          </a:solidFill>
          <a:ln w="15240">
            <a:solidFill>
              <a:srgbClr val="CC001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4023360" cy="256032"/>
          </a:xfrm>
          <a:prstGeom prst="rect">
            <a:avLst/>
          </a:prstGeom>
          <a:solidFill>
            <a:srgbClr val="CC001A"/>
          </a:solidFill>
          <a:ln w="12700">
            <a:solidFill>
              <a:srgbClr val="CC0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Change-Log Section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048" y="987552"/>
            <a:ext cx="3803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doc states "AC_REQ_DRV renamed to HMI_AC_ENABLE" the mapping is given at confidence 1.0 — no LLM needed for these labels.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80560" y="685800"/>
            <a:ext cx="4023360" cy="1261872"/>
          </a:xfrm>
          <a:prstGeom prst="rect">
            <a:avLst/>
          </a:prstGeom>
          <a:solidFill>
            <a:srgbClr val="FFFFFF"/>
          </a:solidFill>
          <a:ln w="15240">
            <a:solidFill>
              <a:srgbClr val="004E8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80560" y="685800"/>
            <a:ext cx="4023360" cy="256032"/>
          </a:xfrm>
          <a:prstGeom prst="rect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685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 Table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90288" y="987552"/>
            <a:ext cx="3803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Supplies free defaults, valid ranges, and units. T_FILT_TAU default = 2.5s sourced here. Unit mismatches auto-reject wrong mappings.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112264"/>
            <a:ext cx="4023360" cy="1261872"/>
          </a:xfrm>
          <a:prstGeom prst="rect">
            <a:avLst/>
          </a:prstGeom>
          <a:solidFill>
            <a:srgbClr val="FFFFFF"/>
          </a:solidFill>
          <a:ln w="15240">
            <a:solidFill>
              <a:srgbClr val="004E8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112264"/>
            <a:ext cx="4023360" cy="256032"/>
          </a:xfrm>
          <a:prstGeom prst="rect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112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Diagram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" y="2414016"/>
            <a:ext cx="3803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Encodes signal flow topology. Used in cross-validation to confirm mapped labels play equivalent structural roles in both function versions.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80560" y="2112264"/>
            <a:ext cx="4023360" cy="1261872"/>
          </a:xfrm>
          <a:prstGeom prst="rect">
            <a:avLst/>
          </a:prstGeom>
          <a:solidFill>
            <a:srgbClr val="FFFFFF"/>
          </a:solidFill>
          <a:ln w="15240">
            <a:solidFill>
              <a:srgbClr val="007A3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80560" y="2112264"/>
            <a:ext cx="4023360" cy="25603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0" y="2112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/ Description Prose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90288" y="2414016"/>
            <a:ext cx="3803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Enriches label embeddings far beyond the name alone. Prevents cross-domain confusion between similarly-named labels in different subsystems.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538728"/>
            <a:ext cx="4023360" cy="978093"/>
          </a:xfrm>
          <a:prstGeom prst="rect">
            <a:avLst/>
          </a:prstGeom>
          <a:solidFill>
            <a:srgbClr val="FFFFFF"/>
          </a:solidFill>
          <a:ln w="15240">
            <a:solidFill>
              <a:srgbClr val="007A3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538728"/>
            <a:ext cx="4023360" cy="25603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538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Notes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4048" y="3840480"/>
            <a:ext cx="3803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like "KP_COMPR &gt;= 4.0 for R1234yf" validate computed values. Engineering violations are escalated before reaching production.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3538728"/>
            <a:ext cx="4023360" cy="978093"/>
          </a:xfrm>
          <a:prstGeom prst="rect">
            <a:avLst/>
          </a:prstGeom>
          <a:solidFill>
            <a:srgbClr val="FFFFFF"/>
          </a:solidFill>
          <a:ln w="15240">
            <a:solidFill>
              <a:srgbClr val="004E8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80560" y="3538728"/>
            <a:ext cx="4023360" cy="256032"/>
          </a:xfrm>
          <a:prstGeom prst="rect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0" y="3538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List + Context Table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90288" y="3840480"/>
            <a:ext cx="3803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the work scope. Detects ghost labels absent from all functions early. Provides the semantic baseline driving embedding quality.</a:t>
            </a:r>
            <a:endParaRPr lang="en-US" sz="9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80B5FDF-F269-D7BF-05AA-4F2726459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264" y="4701502"/>
            <a:ext cx="1028789" cy="4419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Scope Constraint — Critical Rule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114800" cy="18288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new label may ONLY map to old labels from the same paired function.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2606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at 3 independent levels: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9992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Vector store query hard-filtered by function_id tag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34107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LLM prompt restricts candidates to paired function only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38221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Pydantic schema validator rejects any out-of-scope label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685800"/>
            <a:ext cx="4114800" cy="1645920"/>
          </a:xfrm>
          <a:prstGeom prst="rect">
            <a:avLst/>
          </a:prstGeom>
          <a:solidFill>
            <a:srgbClr val="FDEAEA"/>
          </a:solidFill>
          <a:ln w="19050">
            <a:solidFill>
              <a:srgbClr val="CC0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685800"/>
            <a:ext cx="4114800" cy="292608"/>
          </a:xfrm>
          <a:prstGeom prst="rect">
            <a:avLst/>
          </a:prstGeom>
          <a:solidFill>
            <a:srgbClr val="CC001A"/>
          </a:solidFill>
          <a:ln w="12700">
            <a:solidFill>
              <a:srgbClr val="CC0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685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FORBIDDEN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0058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80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K_GAIN_AC in ac_demand_v1.2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880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mapped to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880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KP_COMPR in climate_ctrl_v1.2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880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function — wrong value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880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at 0.99 cosine similarity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2468880"/>
            <a:ext cx="4114800" cy="1645920"/>
          </a:xfrm>
          <a:prstGeom prst="rect">
            <a:avLst/>
          </a:prstGeom>
          <a:solidFill>
            <a:srgbClr val="EAF5EE"/>
          </a:solidFill>
          <a:ln w="19050">
            <a:solidFill>
              <a:srgbClr val="00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2468880"/>
            <a:ext cx="4114800" cy="29260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2468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7889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4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K_GAIN_AC in ac_demand_v1.2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4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mapped to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4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KP_COMPR in ac_demand_v2.3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4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function, different version — correct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4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(scoped retrieval + schema enforced)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4540" y="4290111"/>
            <a:ext cx="7907983" cy="365760"/>
          </a:xfrm>
          <a:prstGeom prst="rect">
            <a:avLst/>
          </a:prstGeom>
          <a:solidFill>
            <a:srgbClr val="FFF8E1"/>
          </a:solidFill>
          <a:ln w="12700">
            <a:solidFill>
              <a:srgbClr val="E0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5980" y="4294531"/>
            <a:ext cx="76998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A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cross-function mapping is architecturally impossible — blocked simultaneously at retrieval, prompt, and schema validation.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6A02837-2104-20A4-7274-5798DDF36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264" y="4701502"/>
            <a:ext cx="1028789" cy="4419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Walkthrough — ac_demand (v1.2 → v2.3)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new labels · 4 resolved via change-log · 1 via LLM mapping · 1 via doc default table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87552"/>
          <a:ext cx="8503920" cy="3328416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Label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Old Label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HMI_AC_ENABLE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AC_REQ_DRV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Declared Mapping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T_CAB_FILT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T_CABIN_RAW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Declared Mapping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22.0 °C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T_TARGET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33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T_SET_USER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33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Mapping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22.0 °C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33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KP_COMPR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K_GAIN_AC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Declared Mapping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5.0 %/°C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COMPR_DUTY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33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AC_CMD_OUT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33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Execution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0.0 %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33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T_FILT_TAU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A5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 (NEW)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A5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 Default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 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A5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407408"/>
            <a:ext cx="182880" cy="137160"/>
          </a:xfrm>
          <a:prstGeom prst="rect">
            <a:avLst/>
          </a:prstGeom>
          <a:solidFill>
            <a:srgbClr val="E6F4EE"/>
          </a:solidFill>
          <a:ln w="10160">
            <a:solidFill>
              <a:srgbClr val="00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4"/>
          <p:cNvSpPr/>
          <p:nvPr/>
        </p:nvSpPr>
        <p:spPr>
          <a:xfrm>
            <a:off x="557784" y="4407408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Declared mapping (conf 1.0)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46120" y="4407408"/>
            <a:ext cx="182880" cy="137160"/>
          </a:xfrm>
          <a:prstGeom prst="rect">
            <a:avLst/>
          </a:prstGeom>
          <a:solidFill>
            <a:srgbClr val="EBF3FF"/>
          </a:solidFill>
          <a:ln w="10160">
            <a:solidFill>
              <a:srgbClr val="00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483864" y="4407408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mapping / C execution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72200" y="4407408"/>
            <a:ext cx="182880" cy="137160"/>
          </a:xfrm>
          <a:prstGeom prst="rect">
            <a:avLst/>
          </a:prstGeom>
          <a:solidFill>
            <a:srgbClr val="FFFCE6"/>
          </a:solidFill>
          <a:ln w="10160">
            <a:solidFill>
              <a:srgbClr val="E0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9944" y="4407408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 default (new label)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A6DB74-1E07-F9F7-CEA8-8AAD44960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264" y="4701502"/>
            <a:ext cx="1028789" cy="4419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Format &amp; Confidence Routing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2697480" cy="502920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Copy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Declared mapping or LLM validated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2697480" cy="2057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298448"/>
            <a:ext cx="24780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name + value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chain (old → new)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documentation ref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3364992"/>
            <a:ext cx="2697480" cy="329184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336499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CONFIDENCE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3260" y="685800"/>
            <a:ext cx="2697480" cy="502920"/>
          </a:xfrm>
          <a:prstGeom prst="rect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23260" y="6858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Execution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23260" y="9601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c_execution (deterministic)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23260" y="1234440"/>
            <a:ext cx="2697480" cy="2057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32988" y="1298448"/>
            <a:ext cx="24780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name + computed value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function + version used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values substituted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check: pass / fail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23260" y="3364992"/>
            <a:ext cx="2697480" cy="329184"/>
          </a:xfrm>
          <a:prstGeom prst="rect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23260" y="336499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685800"/>
            <a:ext cx="2697480" cy="502920"/>
          </a:xfrm>
          <a:prstGeom prst="rect">
            <a:avLst/>
          </a:prstGeom>
          <a:solidFill>
            <a:srgbClr val="CC001A"/>
          </a:solidFill>
          <a:ln w="12700">
            <a:solidFill>
              <a:srgbClr val="CC001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6858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9601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confidence or no counterpart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26480" y="1234440"/>
            <a:ext cx="2697480" cy="2057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0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36208" y="1298448"/>
            <a:ext cx="24780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name + null value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for escalation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candidate labels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table entries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3364992"/>
            <a:ext cx="2697480" cy="329184"/>
          </a:xfrm>
          <a:prstGeom prst="rect">
            <a:avLst/>
          </a:prstGeom>
          <a:solidFill>
            <a:srgbClr val="CC001A"/>
          </a:solidFill>
          <a:ln w="12700">
            <a:solidFill>
              <a:srgbClr val="CC0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26480" y="336499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840480"/>
            <a:ext cx="8503920" cy="594360"/>
          </a:xfrm>
          <a:prstGeom prst="rect">
            <a:avLst/>
          </a:prstGeom>
          <a:solidFill>
            <a:srgbClr val="EBF3FF"/>
          </a:solidFill>
          <a:ln w="12700">
            <a:solidFill>
              <a:srgbClr val="00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Threshold: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&lt; 0.85 triggers automatic escalation to Human Review, regardless of source. Calibration constraint violations escalate even at confidence 1.0.</a:t>
            </a:r>
            <a:endParaRPr lang="en-US" sz="11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8F6FB32-C404-8B91-B643-473D42AAF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264" y="4701502"/>
            <a:ext cx="1028789" cy="4419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78D0016-7FE1-3435-7187-5BB262C21811}"/>
              </a:ext>
            </a:extLst>
          </p:cNvPr>
          <p:cNvSpPr>
            <a:spLocks noGrp="1"/>
          </p:cNvSpPr>
          <p:nvPr>
            <p:ph type="pic"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51009D-11AB-4648-1467-9A9624BDC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30" y="232238"/>
            <a:ext cx="7991740" cy="446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62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766</Words>
  <Application>Microsoft Office PowerPoint</Application>
  <PresentationFormat>On-screen Show (16:9)</PresentationFormat>
  <Paragraphs>141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Pre-cal Using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Label Migration</dc:title>
  <dc:subject>PptxGenJS Presentation</dc:subject>
  <dc:creator>PptxGenJS</dc:creator>
  <cp:lastModifiedBy>Dogra Shubhiv (MS/EPA-PS-EP)</cp:lastModifiedBy>
  <cp:revision>2</cp:revision>
  <dcterms:created xsi:type="dcterms:W3CDTF">2026-05-14T05:10:02Z</dcterms:created>
  <dcterms:modified xsi:type="dcterms:W3CDTF">2026-05-14T07:53:27Z</dcterms:modified>
</cp:coreProperties>
</file>